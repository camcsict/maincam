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0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2F40-F0BC-6858-B69A-8B7278BB3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CB77B-8D46-584C-4649-060903CFB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CFF17-DE5C-65D1-6008-975A1323A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1535-AAB8-43AD-9861-26B9A14B29C9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DD5CF-A983-A6BB-22CC-F50D04080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BB880-AB92-F635-B391-EF09A589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D965-A248-413B-BA37-B9A787A4F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06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9EF8-A072-4EC9-462D-491DC4A9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7E75A-EEAD-5F6C-B667-ADF696627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EDA96-59A2-5699-84BA-C63849359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1535-AAB8-43AD-9861-26B9A14B29C9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2EE97-541C-67BC-1BC9-EEB71B0B3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F953F-3145-C253-FB32-EF38B923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D965-A248-413B-BA37-B9A787A4F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4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C56C3-2985-2CDA-4A8B-75203A686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98C81-F8E1-C1E1-10F8-40F231C1F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A3D09-6F7E-3993-1BEC-BE43BC94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1535-AAB8-43AD-9861-26B9A14B29C9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A73D1-1CD3-E071-5536-513F404F4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F43AB-7D7B-809D-D54C-BB5A04CCC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D965-A248-413B-BA37-B9A787A4F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59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2744B-9888-EB7A-B26D-3D062903F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35BEA-F8D9-D598-FD6C-41710A087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36565-4D2A-035E-C58D-1463A2BB2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01D83-92DF-2A25-D5D6-33BC9EB1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1535-AAB8-43AD-9861-26B9A14B29C9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B62CD-FE5B-D1B4-D2BA-EE15085A9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83F63-9508-1BC4-1E5D-A8C7281A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D965-A248-413B-BA37-B9A787A4F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17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0F085-674C-A4A0-6F06-262EED262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3100E-4003-1C42-FB4F-71F68E846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03543-C558-67CA-445B-5FDBB6FB9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E6DA31-2619-0244-81EA-B6B0F6DF38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0551C-AE49-46E5-431B-5EE5982E9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FE248-43A6-3FB3-7051-33D7285DC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1535-AAB8-43AD-9861-26B9A14B29C9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E1461-E833-DB23-CDC8-F343FA33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B87B1-E800-915A-215D-F508F329A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D965-A248-413B-BA37-B9A787A4F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07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DB5F8-3280-158F-C50A-4B94F61E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5EA561-D6E7-1E4A-44C4-838C0DEA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1535-AAB8-43AD-9861-26B9A14B29C9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B861A-492B-C7B6-E352-83C93BBC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9D7F5-0418-582B-8FBB-A23E3FAE0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D965-A248-413B-BA37-B9A787A4F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858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0DEE57-E871-9A7D-F0F6-3A71A38B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1535-AAB8-43AD-9861-26B9A14B29C9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4872CC-1805-3B84-F268-0196C53C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CFA21-3FE0-7D71-2391-C4DADDDAF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D965-A248-413B-BA37-B9A787A4F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67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5856-FB88-9CBB-33DF-27F1F4151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2F6A9-AB7D-5DFD-18B4-29613DF1D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F90E7-9B37-58F1-E522-2153B1DB6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2CA30-32D7-486E-4921-77EC874C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1535-AAB8-43AD-9861-26B9A14B29C9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4E9C1-F19B-1A57-64B0-6A242918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504AE-C043-DA96-6C1C-F426CC476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D965-A248-413B-BA37-B9A787A4F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634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1E718-3979-C0DE-B7A9-068221D9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93BF3-BFB1-A811-3DF8-C718955F3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BFF44-E74E-566A-5F19-E0C4CB187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26DE1-3229-440F-4C2B-FF83DAD0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1535-AAB8-43AD-9861-26B9A14B29C9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440AB-00B0-ACB9-8ECB-8A81867A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AEF7B-A72C-D1D7-C98D-6FE66216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D965-A248-413B-BA37-B9A787A4F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015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9A563-949B-72D2-9032-48C8A437D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AA5B6-887B-FD55-5872-652B7CBB3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04824-33AF-EA4D-910D-3419E264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1535-AAB8-43AD-9861-26B9A14B29C9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F1129-113C-E63D-E4E7-9BB2B32EF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35B04-F921-A5E4-84C1-50C641B7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D965-A248-413B-BA37-B9A787A4F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62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15AF95-703F-40F3-0C2C-6BC1DB4CD1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42353-B9E4-58CB-99BA-7801C8113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0DF46-5DB6-1811-1831-E89D12AD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1535-AAB8-43AD-9861-26B9A14B29C9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1B610-7E69-13C1-C7DA-F580BADFF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DF684-D1C1-A05B-5032-0A3A0D0E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D965-A248-413B-BA37-B9A787A4F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053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398072-7225-7EB5-EAD5-E1F3EF52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235E6-F9C8-1AAD-197A-2CAB7A60D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453B7-0B49-8287-791A-E73F9025A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C1535-AAB8-43AD-9861-26B9A14B29C9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97F5E-EA0D-7C6F-C194-B8C098BD5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7DB76-409E-D8D4-81B4-8927FF47D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7D965-A248-413B-BA37-B9A787A4F2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16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FC5CC9-A77E-6414-D809-BA2015825FCC}"/>
              </a:ext>
            </a:extLst>
          </p:cNvPr>
          <p:cNvSpPr txBox="1"/>
          <p:nvPr/>
        </p:nvSpPr>
        <p:spPr>
          <a:xfrm>
            <a:off x="3028335" y="247953"/>
            <a:ext cx="6135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CAMBRIDGE PRIMARY COMPUTING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53621C-570F-21C5-F3C1-4FB8583DD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436" y="857102"/>
            <a:ext cx="4429125" cy="5467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AC3A45-EE97-4603-1FEC-146A889E4EBF}"/>
              </a:ext>
            </a:extLst>
          </p:cNvPr>
          <p:cNvSpPr txBox="1"/>
          <p:nvPr/>
        </p:nvSpPr>
        <p:spPr>
          <a:xfrm>
            <a:off x="668594" y="1189703"/>
            <a:ext cx="244169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Term 1: </a:t>
            </a:r>
          </a:p>
          <a:p>
            <a:r>
              <a:rPr lang="vi-VN" dirty="0"/>
              <a:t>Gõ máy tính</a:t>
            </a:r>
          </a:p>
          <a:p>
            <a:r>
              <a:rPr lang="vi-VN" dirty="0"/>
              <a:t>Chơi code.org</a:t>
            </a:r>
          </a:p>
          <a:p>
            <a:r>
              <a:rPr lang="vi-VN" dirty="0"/>
              <a:t>Term 2</a:t>
            </a:r>
          </a:p>
          <a:p>
            <a:r>
              <a:rPr lang="vi-VN" dirty="0"/>
              <a:t>Hỏi dữ liệu</a:t>
            </a:r>
          </a:p>
          <a:p>
            <a:r>
              <a:rPr lang="vi-VN" dirty="0"/>
              <a:t>Điền dữ liệu vào bảng</a:t>
            </a:r>
          </a:p>
          <a:p>
            <a:r>
              <a:rPr lang="vi-VN" dirty="0"/>
              <a:t>Term 3:</a:t>
            </a:r>
          </a:p>
          <a:p>
            <a:r>
              <a:rPr lang="vi-VN" dirty="0"/>
              <a:t>Dùng Internet</a:t>
            </a:r>
          </a:p>
          <a:p>
            <a:r>
              <a:rPr lang="vi-VN" dirty="0"/>
              <a:t>Nhập mật khẩu wifi</a:t>
            </a:r>
          </a:p>
          <a:p>
            <a:r>
              <a:rPr lang="vi-VN" dirty="0"/>
              <a:t>Icon vào mạng</a:t>
            </a:r>
          </a:p>
          <a:p>
            <a:r>
              <a:rPr lang="vi-VN" dirty="0"/>
              <a:t>Term 4</a:t>
            </a:r>
          </a:p>
          <a:p>
            <a:r>
              <a:rPr lang="vi-VN" dirty="0"/>
              <a:t>Input Output Devices</a:t>
            </a:r>
          </a:p>
          <a:p>
            <a:r>
              <a:rPr lang="vi-VN" dirty="0"/>
              <a:t>Robot</a:t>
            </a:r>
          </a:p>
        </p:txBody>
      </p:sp>
    </p:spTree>
    <p:extLst>
      <p:ext uri="{BB962C8B-B14F-4D97-AF65-F5344CB8AC3E}">
        <p14:creationId xmlns:p14="http://schemas.microsoft.com/office/powerpoint/2010/main" val="3201876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BA147-0B66-DC91-6DB3-845C04D5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1C7F93-2E39-7C3B-40E3-0AB24F16D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7" y="247650"/>
            <a:ext cx="7743825" cy="6362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9C6053-4F47-2630-EDFC-730A3E008977}"/>
              </a:ext>
            </a:extLst>
          </p:cNvPr>
          <p:cNvSpPr txBox="1"/>
          <p:nvPr/>
        </p:nvSpPr>
        <p:spPr>
          <a:xfrm>
            <a:off x="245806" y="247650"/>
            <a:ext cx="1809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1</a:t>
            </a:r>
            <a:endParaRPr lang="vi-VN" sz="18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1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Computational thinking and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083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23C58BA-BA56-9594-A38A-69754F061B85}"/>
              </a:ext>
            </a:extLst>
          </p:cNvPr>
          <p:cNvSpPr txBox="1"/>
          <p:nvPr/>
        </p:nvSpPr>
        <p:spPr>
          <a:xfrm>
            <a:off x="4567082" y="267315"/>
            <a:ext cx="3057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1</a:t>
            </a:r>
            <a:endParaRPr lang="vi-VN" sz="18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2 of 4 Managing data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02C80E-FBFB-71C5-CAE1-29806B183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1347787"/>
            <a:ext cx="762952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20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B51C4-47D6-6561-EBD3-4A3E7FED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B7D18F-9CCA-890F-D8C0-8EAF4BAD4654}"/>
              </a:ext>
            </a:extLst>
          </p:cNvPr>
          <p:cNvSpPr txBox="1"/>
          <p:nvPr/>
        </p:nvSpPr>
        <p:spPr>
          <a:xfrm>
            <a:off x="363792" y="247650"/>
            <a:ext cx="11464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1</a:t>
            </a:r>
            <a:endParaRPr lang="vi-VN" sz="18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3 of 4 Networks and digital communication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0D4B3-88BB-68AF-BDC6-829EA4CDD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712" y="1685925"/>
            <a:ext cx="764857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31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DC71C-1C9D-17C2-59FA-8BAFD2F4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90B1791-AABD-BFC8-E704-5D13C3FA6166}"/>
              </a:ext>
            </a:extLst>
          </p:cNvPr>
          <p:cNvSpPr txBox="1"/>
          <p:nvPr/>
        </p:nvSpPr>
        <p:spPr>
          <a:xfrm>
            <a:off x="1558412" y="247650"/>
            <a:ext cx="9075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1</a:t>
            </a:r>
            <a:endParaRPr lang="vi-VN" sz="18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4 of 4 Computer systems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E3CF8-AB94-49E1-7425-16DEC8D0A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1462087"/>
            <a:ext cx="767715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43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B5DBA-5859-8A45-71FE-0C1DD4BE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93360C-DEF8-3702-0125-E6B2F7803F70}"/>
              </a:ext>
            </a:extLst>
          </p:cNvPr>
          <p:cNvSpPr txBox="1"/>
          <p:nvPr/>
        </p:nvSpPr>
        <p:spPr>
          <a:xfrm>
            <a:off x="3028335" y="247953"/>
            <a:ext cx="6135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CAMBRIDGE PRIMARY COMPUTING </a:t>
            </a:r>
            <a:r>
              <a:rPr lang="vi-VN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2</a:t>
            </a:r>
            <a:endParaRPr lang="en-GB" sz="24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A59D4B-6C31-B8CC-EFB8-E7C61DA657FA}"/>
              </a:ext>
            </a:extLst>
          </p:cNvPr>
          <p:cNvSpPr txBox="1"/>
          <p:nvPr/>
        </p:nvSpPr>
        <p:spPr>
          <a:xfrm>
            <a:off x="668594" y="1189703"/>
            <a:ext cx="372409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Term 1: </a:t>
            </a:r>
          </a:p>
          <a:p>
            <a:r>
              <a:rPr lang="vi-VN" dirty="0"/>
              <a:t>Chơi code.org có vòng lặp loop</a:t>
            </a:r>
          </a:p>
          <a:p>
            <a:r>
              <a:rPr lang="vi-VN" b="1" dirty="0"/>
              <a:t>Term 2</a:t>
            </a:r>
          </a:p>
          <a:p>
            <a:r>
              <a:rPr lang="vi-VN" dirty="0"/>
              <a:t>Tạo survey để làm Chart và Graph</a:t>
            </a:r>
          </a:p>
          <a:p>
            <a:r>
              <a:rPr lang="vi-VN" b="1" dirty="0"/>
              <a:t>Term 3:</a:t>
            </a:r>
          </a:p>
          <a:p>
            <a:r>
              <a:rPr lang="vi-VN" dirty="0"/>
              <a:t>Mạng dây và mạng không dây</a:t>
            </a:r>
          </a:p>
          <a:p>
            <a:r>
              <a:rPr lang="vi-VN" dirty="0"/>
              <a:t>Mở mạng, tắt mạng</a:t>
            </a:r>
          </a:p>
          <a:p>
            <a:r>
              <a:rPr lang="vi-VN" dirty="0"/>
              <a:t>Citizenship</a:t>
            </a:r>
          </a:p>
          <a:p>
            <a:r>
              <a:rPr lang="vi-VN" b="1" dirty="0"/>
              <a:t>Term 4</a:t>
            </a:r>
          </a:p>
          <a:p>
            <a:r>
              <a:rPr lang="vi-VN" dirty="0"/>
              <a:t>Tên của Input Output Devices</a:t>
            </a:r>
          </a:p>
          <a:p>
            <a:r>
              <a:rPr lang="vi-VN" dirty="0"/>
              <a:t>Các loại computers</a:t>
            </a:r>
          </a:p>
          <a:p>
            <a:r>
              <a:rPr lang="vi-VN" dirty="0"/>
              <a:t>Robot giúp con người làm gì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E0D2F6-3088-6698-C843-96573642B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315" y="911589"/>
            <a:ext cx="5858337" cy="251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30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32B4E0-C824-F462-3B97-E5A5B8FFC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128587"/>
            <a:ext cx="7629525" cy="6600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C6E6D4-03AF-2BA3-9999-3153A7C419B5}"/>
              </a:ext>
            </a:extLst>
          </p:cNvPr>
          <p:cNvSpPr txBox="1"/>
          <p:nvPr/>
        </p:nvSpPr>
        <p:spPr>
          <a:xfrm>
            <a:off x="245806" y="247650"/>
            <a:ext cx="1809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1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Computational thinking and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192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11DBF8-FD63-EFA3-7786-FF14F67A7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514350"/>
            <a:ext cx="7658100" cy="5829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BBDD87-95EE-C507-5166-B8FFE4613096}"/>
              </a:ext>
            </a:extLst>
          </p:cNvPr>
          <p:cNvSpPr txBox="1"/>
          <p:nvPr/>
        </p:nvSpPr>
        <p:spPr>
          <a:xfrm>
            <a:off x="245806" y="247650"/>
            <a:ext cx="18091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2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Managing 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5885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E20590-95D0-4913-2BE5-DD286E96F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1333500"/>
            <a:ext cx="7629525" cy="4191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7111DC-FC25-A415-0656-274939EA3965}"/>
              </a:ext>
            </a:extLst>
          </p:cNvPr>
          <p:cNvSpPr txBox="1"/>
          <p:nvPr/>
        </p:nvSpPr>
        <p:spPr>
          <a:xfrm>
            <a:off x="363792" y="247650"/>
            <a:ext cx="11464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3 of 4 Networks and digital communication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66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093D3B-A489-4FF4-197C-E9C8B58D4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712" y="452437"/>
            <a:ext cx="7648575" cy="5953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2F165D-70D7-EEEB-1EFB-4C485D7ABB37}"/>
              </a:ext>
            </a:extLst>
          </p:cNvPr>
          <p:cNvSpPr txBox="1"/>
          <p:nvPr/>
        </p:nvSpPr>
        <p:spPr>
          <a:xfrm>
            <a:off x="245806" y="247650"/>
            <a:ext cx="18091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4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Computer systems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5583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1ED96-F791-E884-7FAB-B97364A7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30FC3B-23D9-7ABE-7195-0CC6B1620B50}"/>
              </a:ext>
            </a:extLst>
          </p:cNvPr>
          <p:cNvSpPr txBox="1"/>
          <p:nvPr/>
        </p:nvSpPr>
        <p:spPr>
          <a:xfrm>
            <a:off x="3028335" y="247953"/>
            <a:ext cx="6135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CAMBRIDGE PRIMARY COMPUTING </a:t>
            </a:r>
            <a:r>
              <a:rPr lang="vi-VN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3</a:t>
            </a:r>
            <a:endParaRPr lang="en-GB" sz="24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1ADC7-A329-1C5D-9627-1DAEBBD067F0}"/>
              </a:ext>
            </a:extLst>
          </p:cNvPr>
          <p:cNvSpPr txBox="1"/>
          <p:nvPr/>
        </p:nvSpPr>
        <p:spPr>
          <a:xfrm>
            <a:off x="668594" y="1189703"/>
            <a:ext cx="369844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Term 1: </a:t>
            </a:r>
          </a:p>
          <a:p>
            <a:r>
              <a:rPr lang="vi-VN" dirty="0"/>
              <a:t>Tạo hoạt hình bằng lệnh</a:t>
            </a:r>
          </a:p>
          <a:p>
            <a:r>
              <a:rPr lang="vi-VN" b="1" dirty="0"/>
              <a:t>Term 2</a:t>
            </a:r>
          </a:p>
          <a:p>
            <a:r>
              <a:rPr lang="vi-VN" dirty="0"/>
              <a:t>Dùng Excel để tạo bar graph</a:t>
            </a:r>
          </a:p>
          <a:p>
            <a:r>
              <a:rPr lang="vi-VN" b="1" dirty="0"/>
              <a:t>Term 3:</a:t>
            </a:r>
          </a:p>
          <a:p>
            <a:r>
              <a:rPr lang="vi-VN" dirty="0"/>
              <a:t>Các ứng dụng web, các trang web</a:t>
            </a:r>
          </a:p>
          <a:p>
            <a:r>
              <a:rPr lang="vi-VN" dirty="0"/>
              <a:t>Mật khẩu mạnh, mật khẩu yếu</a:t>
            </a:r>
          </a:p>
          <a:p>
            <a:r>
              <a:rPr lang="vi-VN" dirty="0"/>
              <a:t>Citizenship</a:t>
            </a:r>
          </a:p>
          <a:p>
            <a:r>
              <a:rPr lang="vi-VN" b="1" dirty="0"/>
              <a:t>Term 4</a:t>
            </a:r>
          </a:p>
          <a:p>
            <a:r>
              <a:rPr lang="vi-VN" dirty="0"/>
              <a:t>Thiết kế nhà thông minh</a:t>
            </a:r>
          </a:p>
        </p:txBody>
      </p:sp>
    </p:spTree>
    <p:extLst>
      <p:ext uri="{BB962C8B-B14F-4D97-AF65-F5344CB8AC3E}">
        <p14:creationId xmlns:p14="http://schemas.microsoft.com/office/powerpoint/2010/main" val="1859228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8A3A06-E5AD-13E4-B6AF-56F1952A6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983" y="0"/>
            <a:ext cx="722603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3FF08B-A458-95D1-E928-6708DEC5FBE6}"/>
              </a:ext>
            </a:extLst>
          </p:cNvPr>
          <p:cNvSpPr txBox="1"/>
          <p:nvPr/>
        </p:nvSpPr>
        <p:spPr>
          <a:xfrm>
            <a:off x="245806" y="247650"/>
            <a:ext cx="1809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1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Computational thinking and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0644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C710A0-48F9-93C5-D197-3D885AFA5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712" y="1662112"/>
            <a:ext cx="7648575" cy="3533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5AB56F-021A-4C7B-3850-016D759D21D5}"/>
              </a:ext>
            </a:extLst>
          </p:cNvPr>
          <p:cNvSpPr txBox="1"/>
          <p:nvPr/>
        </p:nvSpPr>
        <p:spPr>
          <a:xfrm>
            <a:off x="4567082" y="267315"/>
            <a:ext cx="3057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2 of 4 Managing 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2632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9A730D-B737-F883-134F-AA35A9BBE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87" y="1609725"/>
            <a:ext cx="7667625" cy="3638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5A188A-CF3E-07AA-780D-0617F385FA26}"/>
              </a:ext>
            </a:extLst>
          </p:cNvPr>
          <p:cNvSpPr txBox="1"/>
          <p:nvPr/>
        </p:nvSpPr>
        <p:spPr>
          <a:xfrm>
            <a:off x="3286432" y="218154"/>
            <a:ext cx="5619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3 of 4 Networks and digital communication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8604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599402-2E06-55E5-4C3C-5FCCB5C04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662" y="885825"/>
            <a:ext cx="7686675" cy="5086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FE5D42-E54F-6D78-CCA7-DFE093DB0EA0}"/>
              </a:ext>
            </a:extLst>
          </p:cNvPr>
          <p:cNvSpPr txBox="1"/>
          <p:nvPr/>
        </p:nvSpPr>
        <p:spPr>
          <a:xfrm>
            <a:off x="1558412" y="247650"/>
            <a:ext cx="9075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4 of 4 Computer systems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9405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016DB-6B63-BD7F-F3B5-401FE9ED0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C1818E-A233-2737-3B5A-A4FAE41B65E9}"/>
              </a:ext>
            </a:extLst>
          </p:cNvPr>
          <p:cNvSpPr txBox="1"/>
          <p:nvPr/>
        </p:nvSpPr>
        <p:spPr>
          <a:xfrm>
            <a:off x="3028335" y="218456"/>
            <a:ext cx="6135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CAMBRIDGE PRIMARY COMPUTING </a:t>
            </a:r>
            <a:r>
              <a:rPr lang="vi-VN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4</a:t>
            </a:r>
            <a:endParaRPr lang="en-GB" sz="24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556D1-E8BA-8380-D921-D15F181EAE21}"/>
              </a:ext>
            </a:extLst>
          </p:cNvPr>
          <p:cNvSpPr txBox="1"/>
          <p:nvPr/>
        </p:nvSpPr>
        <p:spPr>
          <a:xfrm>
            <a:off x="668594" y="1189703"/>
            <a:ext cx="632416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Term 1: </a:t>
            </a:r>
          </a:p>
          <a:p>
            <a:r>
              <a:rPr lang="vi-VN" dirty="0"/>
              <a:t>Lập trình vòng lặp forever</a:t>
            </a:r>
          </a:p>
          <a:p>
            <a:r>
              <a:rPr lang="vi-VN" b="1" dirty="0"/>
              <a:t>Term 2</a:t>
            </a:r>
          </a:p>
          <a:p>
            <a:r>
              <a:rPr lang="vi-VN" dirty="0"/>
              <a:t>Dùng excel để so sánh tốc độ chạy của con vật trong sở thú</a:t>
            </a:r>
          </a:p>
          <a:p>
            <a:r>
              <a:rPr lang="vi-VN" b="1" dirty="0"/>
              <a:t>Term 3:</a:t>
            </a:r>
          </a:p>
          <a:p>
            <a:r>
              <a:rPr lang="vi-VN" dirty="0"/>
              <a:t>Cách Internet hoạt động </a:t>
            </a:r>
          </a:p>
          <a:p>
            <a:r>
              <a:rPr lang="vi-VN" dirty="0"/>
              <a:t>Citizenship</a:t>
            </a:r>
          </a:p>
          <a:p>
            <a:r>
              <a:rPr lang="vi-VN" b="1" dirty="0"/>
              <a:t>Term 4</a:t>
            </a:r>
          </a:p>
          <a:p>
            <a:r>
              <a:rPr lang="vi-VN" dirty="0"/>
              <a:t>Mindmap input nhập thông tin gì?</a:t>
            </a:r>
          </a:p>
          <a:p>
            <a:r>
              <a:rPr lang="vi-VN" dirty="0"/>
              <a:t>Output xuất thông tin gì?</a:t>
            </a:r>
          </a:p>
          <a:p>
            <a:r>
              <a:rPr lang="vi-VN" dirty="0"/>
              <a:t>Thiết kế robot</a:t>
            </a:r>
          </a:p>
        </p:txBody>
      </p:sp>
    </p:spTree>
    <p:extLst>
      <p:ext uri="{BB962C8B-B14F-4D97-AF65-F5344CB8AC3E}">
        <p14:creationId xmlns:p14="http://schemas.microsoft.com/office/powerpoint/2010/main" val="453137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74B6DA-8058-7957-3904-633307AD6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71437"/>
            <a:ext cx="7696200" cy="6715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A2048D-AE3F-21C5-D3DF-A1AA54765E00}"/>
              </a:ext>
            </a:extLst>
          </p:cNvPr>
          <p:cNvSpPr txBox="1"/>
          <p:nvPr/>
        </p:nvSpPr>
        <p:spPr>
          <a:xfrm>
            <a:off x="245806" y="247650"/>
            <a:ext cx="1809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1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Computational thinking and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2363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BDB89-7EBA-D00B-100F-FD3F85D43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285" y="0"/>
            <a:ext cx="729342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58BED9-F9A9-89C0-DF32-A2252DB1F72F}"/>
              </a:ext>
            </a:extLst>
          </p:cNvPr>
          <p:cNvSpPr txBox="1"/>
          <p:nvPr/>
        </p:nvSpPr>
        <p:spPr>
          <a:xfrm>
            <a:off x="245806" y="247650"/>
            <a:ext cx="18091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4</a:t>
            </a:r>
            <a:endParaRPr lang="vi-VN" sz="18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2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Managing 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3717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4DC1F4-FCA5-549D-64D8-1ED22EF1F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1052512"/>
            <a:ext cx="7658100" cy="4752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4BF147-BE0B-149D-824C-F404F4E8DFF2}"/>
              </a:ext>
            </a:extLst>
          </p:cNvPr>
          <p:cNvSpPr txBox="1"/>
          <p:nvPr/>
        </p:nvSpPr>
        <p:spPr>
          <a:xfrm>
            <a:off x="3286432" y="218154"/>
            <a:ext cx="5619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3 of 4 Networks and digital communication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0212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15FEDC-6EA0-44E3-5F5B-0743C09E9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75" y="1300162"/>
            <a:ext cx="7639050" cy="4257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D99438-2520-7395-4C71-273604F4E7B4}"/>
              </a:ext>
            </a:extLst>
          </p:cNvPr>
          <p:cNvSpPr txBox="1"/>
          <p:nvPr/>
        </p:nvSpPr>
        <p:spPr>
          <a:xfrm>
            <a:off x="3286432" y="218154"/>
            <a:ext cx="5619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b="1" dirty="0">
                <a:ea typeface="ADLaM Display" panose="02010000000000000000" pitchFamily="2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vi-VN" b="1" dirty="0">
                <a:ea typeface="ADLaM Display" panose="02010000000000000000" pitchFamily="2" charset="0"/>
                <a:cs typeface="Arial" panose="020B0604020202020204" pitchFamily="34" charset="0"/>
              </a:rPr>
              <a:t>UNIT 4 of 4 Computer systems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6606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C81A3-3821-F7A7-EADF-CCC3FB6F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3DF385-9AA2-5C5F-DF3F-46282D271BEC}"/>
              </a:ext>
            </a:extLst>
          </p:cNvPr>
          <p:cNvSpPr txBox="1"/>
          <p:nvPr/>
        </p:nvSpPr>
        <p:spPr>
          <a:xfrm>
            <a:off x="3028335" y="218456"/>
            <a:ext cx="6135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CAMBRIDGE PRIMARY COMPUTING </a:t>
            </a:r>
            <a:r>
              <a:rPr lang="vi-VN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5</a:t>
            </a:r>
            <a:endParaRPr lang="en-GB" sz="24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B5A491-0DBC-DF67-807E-A3F475F94124}"/>
              </a:ext>
            </a:extLst>
          </p:cNvPr>
          <p:cNvSpPr txBox="1"/>
          <p:nvPr/>
        </p:nvSpPr>
        <p:spPr>
          <a:xfrm>
            <a:off x="668594" y="1189703"/>
            <a:ext cx="459613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dirty="0"/>
              <a:t>Term 1: </a:t>
            </a:r>
          </a:p>
          <a:p>
            <a:r>
              <a:rPr lang="vi-VN" dirty="0"/>
              <a:t>Lập trình với biến, câu điều kiện</a:t>
            </a:r>
          </a:p>
          <a:p>
            <a:r>
              <a:rPr lang="vi-VN" dirty="0"/>
              <a:t>Kết nối với microbit</a:t>
            </a:r>
          </a:p>
          <a:p>
            <a:r>
              <a:rPr lang="vi-VN" b="1" dirty="0"/>
              <a:t>Term 2</a:t>
            </a:r>
          </a:p>
          <a:p>
            <a:r>
              <a:rPr lang="vi-VN" dirty="0"/>
              <a:t>Tính toán cộng trừ trên excel</a:t>
            </a:r>
          </a:p>
          <a:p>
            <a:r>
              <a:rPr lang="vi-VN" b="1" dirty="0"/>
              <a:t>Term 3:</a:t>
            </a:r>
          </a:p>
          <a:p>
            <a:r>
              <a:rPr lang="vi-VN" dirty="0"/>
              <a:t>Mindmap các một web hoặc app hoạt động</a:t>
            </a:r>
          </a:p>
          <a:p>
            <a:r>
              <a:rPr lang="vi-VN" b="1" dirty="0"/>
              <a:t>Term 4</a:t>
            </a:r>
          </a:p>
          <a:p>
            <a:r>
              <a:rPr lang="vi-VN" dirty="0"/>
              <a:t>Thiết bị lưu trữ</a:t>
            </a:r>
          </a:p>
          <a:p>
            <a:r>
              <a:rPr lang="vi-VN" dirty="0"/>
              <a:t>Input Process Outpt IPO Cycle</a:t>
            </a:r>
          </a:p>
          <a:p>
            <a:r>
              <a:rPr lang="vi-VN" dirty="0"/>
              <a:t>Giới thiệu chung về AI</a:t>
            </a:r>
          </a:p>
        </p:txBody>
      </p:sp>
    </p:spTree>
    <p:extLst>
      <p:ext uri="{BB962C8B-B14F-4D97-AF65-F5344CB8AC3E}">
        <p14:creationId xmlns:p14="http://schemas.microsoft.com/office/powerpoint/2010/main" val="2560372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5669A9-CB41-06B3-50C6-4BB35C9F76C9}"/>
              </a:ext>
            </a:extLst>
          </p:cNvPr>
          <p:cNvSpPr txBox="1"/>
          <p:nvPr/>
        </p:nvSpPr>
        <p:spPr>
          <a:xfrm>
            <a:off x="245806" y="247650"/>
            <a:ext cx="1809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1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Computational thinking and programming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6B1ED7-982C-F911-CDD6-985BDAF17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204787"/>
            <a:ext cx="7677150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8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2A202-9AA1-8E62-430C-F7C2A40F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EC84F4-2F92-C54F-56C6-E54AD230566C}"/>
              </a:ext>
            </a:extLst>
          </p:cNvPr>
          <p:cNvSpPr txBox="1"/>
          <p:nvPr/>
        </p:nvSpPr>
        <p:spPr>
          <a:xfrm>
            <a:off x="245806" y="247650"/>
            <a:ext cx="1809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1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Computational thinking and programming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AB2A80-29EB-09FC-15CF-2A9918B96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515" y="0"/>
            <a:ext cx="6900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16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12F8B-298C-55B5-309C-1D0EA2493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60F60C-C62F-169A-252B-7FBBBA1D315C}"/>
              </a:ext>
            </a:extLst>
          </p:cNvPr>
          <p:cNvSpPr txBox="1"/>
          <p:nvPr/>
        </p:nvSpPr>
        <p:spPr>
          <a:xfrm>
            <a:off x="245806" y="247650"/>
            <a:ext cx="1809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1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Computational thinking and programming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94F3F-D421-77B7-2CA8-EDB7723B2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61" y="0"/>
            <a:ext cx="5720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20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DA427E-11A9-E8CD-8AA4-2590BFBC4990}"/>
              </a:ext>
            </a:extLst>
          </p:cNvPr>
          <p:cNvSpPr txBox="1"/>
          <p:nvPr/>
        </p:nvSpPr>
        <p:spPr>
          <a:xfrm>
            <a:off x="245806" y="247650"/>
            <a:ext cx="18091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5</a:t>
            </a:r>
            <a:endParaRPr lang="vi-VN" sz="18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2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Managing data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B7205F-49B3-73CE-1655-D93A6D09A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519" y="0"/>
            <a:ext cx="7116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107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34D0DD-09E3-6E39-7C49-0A36ABBCD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290512"/>
            <a:ext cx="7658100" cy="6276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4BCA25-7E85-7577-D311-427D3DBFE45F}"/>
              </a:ext>
            </a:extLst>
          </p:cNvPr>
          <p:cNvSpPr txBox="1"/>
          <p:nvPr/>
        </p:nvSpPr>
        <p:spPr>
          <a:xfrm>
            <a:off x="245806" y="247650"/>
            <a:ext cx="19172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5</a:t>
            </a:r>
            <a:endParaRPr lang="vi-VN" sz="18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3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Networks and digital communication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8746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8EAB45-0B32-306F-B54A-1E3B998FA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626" y="0"/>
            <a:ext cx="73707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AE0C1A-6C0C-54EF-85E1-C7835C18DB91}"/>
              </a:ext>
            </a:extLst>
          </p:cNvPr>
          <p:cNvSpPr txBox="1"/>
          <p:nvPr/>
        </p:nvSpPr>
        <p:spPr>
          <a:xfrm>
            <a:off x="245806" y="247650"/>
            <a:ext cx="19172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COMPUTING </a:t>
            </a:r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5</a:t>
            </a:r>
            <a:endParaRPr lang="vi-VN" sz="18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UNIT 4 of 4</a:t>
            </a:r>
          </a:p>
          <a:p>
            <a:pPr algn="ctr"/>
            <a:r>
              <a:rPr lang="vi-VN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Computer systems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9946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25AC01-E4BE-D85C-B9FC-56D8B3EEFD90}"/>
              </a:ext>
            </a:extLst>
          </p:cNvPr>
          <p:cNvSpPr txBox="1"/>
          <p:nvPr/>
        </p:nvSpPr>
        <p:spPr>
          <a:xfrm>
            <a:off x="3028335" y="247953"/>
            <a:ext cx="6135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CAMBRIDGE PRIMARY COMPUTING </a:t>
            </a:r>
            <a:r>
              <a:rPr lang="vi-VN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6</a:t>
            </a:r>
            <a:endParaRPr lang="en-GB" sz="24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976BD3-B94D-1429-CC6F-D55DA0E78E2D}"/>
              </a:ext>
            </a:extLst>
          </p:cNvPr>
          <p:cNvSpPr txBox="1"/>
          <p:nvPr/>
        </p:nvSpPr>
        <p:spPr>
          <a:xfrm>
            <a:off x="668594" y="1189703"/>
            <a:ext cx="54274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Term 1: </a:t>
            </a:r>
          </a:p>
          <a:p>
            <a:r>
              <a:rPr lang="vi-VN" dirty="0"/>
              <a:t>Create poster về computer lab rule</a:t>
            </a:r>
          </a:p>
          <a:p>
            <a:r>
              <a:rPr lang="vi-VN" dirty="0"/>
              <a:t>microbit</a:t>
            </a:r>
          </a:p>
          <a:p>
            <a:r>
              <a:rPr lang="vi-VN" b="1" dirty="0"/>
              <a:t>Term 2</a:t>
            </a:r>
          </a:p>
          <a:p>
            <a:r>
              <a:rPr lang="vi-VN" dirty="0"/>
              <a:t>Dùng excel để làm bài tập lớn</a:t>
            </a:r>
          </a:p>
          <a:p>
            <a:r>
              <a:rPr lang="vi-VN" b="1" dirty="0"/>
              <a:t>Term 3:</a:t>
            </a:r>
          </a:p>
          <a:p>
            <a:r>
              <a:rPr lang="vi-VN" dirty="0"/>
              <a:t>Phân tích gói nhà mạng</a:t>
            </a:r>
          </a:p>
          <a:p>
            <a:r>
              <a:rPr lang="vi-VN" dirty="0"/>
              <a:t>Đi lấy tờ rơi nhà mạng</a:t>
            </a:r>
          </a:p>
          <a:p>
            <a:r>
              <a:rPr lang="vi-VN" dirty="0"/>
              <a:t>Lắp đặt mạng cho nhà</a:t>
            </a:r>
          </a:p>
          <a:p>
            <a:r>
              <a:rPr lang="vi-VN" b="1" dirty="0"/>
              <a:t>Term 4</a:t>
            </a:r>
          </a:p>
          <a:p>
            <a:r>
              <a:rPr lang="vi-VN" dirty="0"/>
              <a:t>Làm capcut giựt giựt</a:t>
            </a:r>
          </a:p>
        </p:txBody>
      </p:sp>
    </p:spTree>
    <p:extLst>
      <p:ext uri="{BB962C8B-B14F-4D97-AF65-F5344CB8AC3E}">
        <p14:creationId xmlns:p14="http://schemas.microsoft.com/office/powerpoint/2010/main" val="2485742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E3383-92EC-6F7B-ED87-FF85F7145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07D829-16F2-924C-E97E-A092259BC589}"/>
              </a:ext>
            </a:extLst>
          </p:cNvPr>
          <p:cNvSpPr txBox="1"/>
          <p:nvPr/>
        </p:nvSpPr>
        <p:spPr>
          <a:xfrm>
            <a:off x="3028335" y="247953"/>
            <a:ext cx="6135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CAMBRIDGE PRIMARY COMPUTING </a:t>
            </a:r>
            <a:r>
              <a:rPr lang="vi-VN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7</a:t>
            </a:r>
            <a:endParaRPr lang="en-GB" sz="24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9BA58B-2052-029E-0346-0A6092A2A134}"/>
              </a:ext>
            </a:extLst>
          </p:cNvPr>
          <p:cNvSpPr txBox="1"/>
          <p:nvPr/>
        </p:nvSpPr>
        <p:spPr>
          <a:xfrm>
            <a:off x="668594" y="1189703"/>
            <a:ext cx="54274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Term 1: </a:t>
            </a:r>
          </a:p>
          <a:p>
            <a:r>
              <a:rPr lang="vi-VN" dirty="0"/>
              <a:t>Tạo flowchart</a:t>
            </a:r>
          </a:p>
          <a:p>
            <a:r>
              <a:rPr lang="vi-VN" dirty="0"/>
              <a:t>Python cơ bản</a:t>
            </a:r>
          </a:p>
          <a:p>
            <a:r>
              <a:rPr lang="vi-VN" b="1" dirty="0"/>
              <a:t>Term 2</a:t>
            </a:r>
          </a:p>
          <a:p>
            <a:r>
              <a:rPr lang="vi-VN" dirty="0"/>
              <a:t>Dùng excel để câu lệnh điều kiện if then</a:t>
            </a:r>
          </a:p>
          <a:p>
            <a:r>
              <a:rPr lang="vi-VN" dirty="0"/>
              <a:t>If lồng</a:t>
            </a:r>
          </a:p>
          <a:p>
            <a:r>
              <a:rPr lang="vi-VN" dirty="0"/>
              <a:t>Modelling của data</a:t>
            </a:r>
          </a:p>
          <a:p>
            <a:r>
              <a:rPr lang="vi-VN" dirty="0"/>
              <a:t>Khóa chính khóa phụ của database</a:t>
            </a:r>
          </a:p>
          <a:p>
            <a:r>
              <a:rPr lang="vi-VN" b="1" dirty="0"/>
              <a:t>Term 3:</a:t>
            </a:r>
          </a:p>
          <a:p>
            <a:r>
              <a:rPr lang="vi-VN" dirty="0"/>
              <a:t>Các khái niệm mạng URL, DNS, IP</a:t>
            </a:r>
          </a:p>
          <a:p>
            <a:r>
              <a:rPr lang="vi-VN" dirty="0"/>
              <a:t>Phân biệt mạng 3G 4G 5G</a:t>
            </a:r>
          </a:p>
          <a:p>
            <a:r>
              <a:rPr lang="vi-VN" b="1" dirty="0"/>
              <a:t>Term 4</a:t>
            </a:r>
          </a:p>
          <a:p>
            <a:r>
              <a:rPr lang="vi-VN" dirty="0"/>
              <a:t>Mua máy tính</a:t>
            </a:r>
          </a:p>
          <a:p>
            <a:r>
              <a:rPr lang="vi-VN" dirty="0"/>
              <a:t>Cổng logic</a:t>
            </a:r>
          </a:p>
          <a:p>
            <a:r>
              <a:rPr lang="vi-VN" dirty="0"/>
              <a:t>Chuyển đổi nhị phân, thập phân</a:t>
            </a:r>
          </a:p>
        </p:txBody>
      </p:sp>
    </p:spTree>
    <p:extLst>
      <p:ext uri="{BB962C8B-B14F-4D97-AF65-F5344CB8AC3E}">
        <p14:creationId xmlns:p14="http://schemas.microsoft.com/office/powerpoint/2010/main" val="2194536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EC7A7-765D-7C84-538A-BEA63B26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6E767C-17AD-C2BA-8246-4A77E6BE94DE}"/>
              </a:ext>
            </a:extLst>
          </p:cNvPr>
          <p:cNvSpPr txBox="1"/>
          <p:nvPr/>
        </p:nvSpPr>
        <p:spPr>
          <a:xfrm>
            <a:off x="3028335" y="247953"/>
            <a:ext cx="6135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CAMBRIDGE PRIMARY COMPUTING </a:t>
            </a:r>
            <a:r>
              <a:rPr lang="vi-VN" sz="2400" b="1" dirty="0">
                <a:latin typeface="Arial" panose="020B0604020202020204" pitchFamily="34" charset="0"/>
                <a:ea typeface="ADLaM Display" panose="02010000000000000000" pitchFamily="2" charset="0"/>
                <a:cs typeface="Arial" panose="020B0604020202020204" pitchFamily="34" charset="0"/>
              </a:rPr>
              <a:t>8</a:t>
            </a:r>
            <a:endParaRPr lang="en-GB" sz="2400" b="1" dirty="0">
              <a:latin typeface="Arial" panose="020B0604020202020204" pitchFamily="34" charset="0"/>
              <a:ea typeface="ADLaM Display" panose="0201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73AED-95BC-3C86-4AC0-03E3B73A35C6}"/>
              </a:ext>
            </a:extLst>
          </p:cNvPr>
          <p:cNvSpPr txBox="1"/>
          <p:nvPr/>
        </p:nvSpPr>
        <p:spPr>
          <a:xfrm>
            <a:off x="589936" y="889843"/>
            <a:ext cx="832792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Term 1: </a:t>
            </a:r>
          </a:p>
          <a:p>
            <a:r>
              <a:rPr lang="vi-VN" dirty="0"/>
              <a:t>Code python</a:t>
            </a:r>
          </a:p>
          <a:p>
            <a:r>
              <a:rPr lang="vi-VN" b="1" dirty="0"/>
              <a:t>Term 2</a:t>
            </a:r>
          </a:p>
          <a:p>
            <a:r>
              <a:rPr lang="vi-VN" dirty="0"/>
              <a:t>Dùng excel để làm bài tập lớn</a:t>
            </a:r>
          </a:p>
          <a:p>
            <a:r>
              <a:rPr lang="vi-VN" dirty="0"/>
              <a:t>Tìm hiểu về big data</a:t>
            </a:r>
          </a:p>
          <a:p>
            <a:r>
              <a:rPr lang="vi-VN" b="1" dirty="0"/>
              <a:t>Term 3:</a:t>
            </a:r>
          </a:p>
          <a:p>
            <a:r>
              <a:rPr lang="vi-VN" dirty="0"/>
              <a:t>Thiết kế mạng cho nhà</a:t>
            </a:r>
          </a:p>
          <a:p>
            <a:r>
              <a:rPr lang="vi-VN" dirty="0"/>
              <a:t>Thiết kế mạng cho trường học</a:t>
            </a:r>
          </a:p>
          <a:p>
            <a:r>
              <a:rPr lang="vi-VN" dirty="0"/>
              <a:t>Đi dây như thế nào, dùng thiết bị gì</a:t>
            </a:r>
          </a:p>
          <a:p>
            <a:r>
              <a:rPr lang="vi-VN" dirty="0"/>
              <a:t>Đăng kí như thế nào</a:t>
            </a:r>
          </a:p>
          <a:p>
            <a:r>
              <a:rPr lang="vi-VN" dirty="0"/>
              <a:t>Các nguyên nhân mạng bị hư</a:t>
            </a:r>
          </a:p>
          <a:p>
            <a:r>
              <a:rPr lang="vi-VN" b="1" dirty="0"/>
              <a:t>Term 4</a:t>
            </a:r>
          </a:p>
          <a:p>
            <a:r>
              <a:rPr lang="vi-VN" dirty="0"/>
              <a:t>Công nghệ hỗ trợ người hạn chế </a:t>
            </a:r>
            <a:r>
              <a:rPr lang="en-GB" dirty="0"/>
              <a:t>Accessibility</a:t>
            </a:r>
          </a:p>
          <a:p>
            <a:r>
              <a:rPr lang="vi-VN" dirty="0"/>
              <a:t>Công thái học </a:t>
            </a:r>
            <a:r>
              <a:rPr lang="en-GB" dirty="0"/>
              <a:t>Ergonomics</a:t>
            </a:r>
            <a:endParaRPr lang="vi-VN" dirty="0"/>
          </a:p>
          <a:p>
            <a:r>
              <a:rPr lang="vi-VN" dirty="0"/>
              <a:t>Thiết kế một sản phẩm công thái học</a:t>
            </a:r>
          </a:p>
          <a:p>
            <a:r>
              <a:rPr lang="vi-VN" dirty="0"/>
              <a:t>Học cách đổi size dung lượng</a:t>
            </a:r>
          </a:p>
          <a:p>
            <a:r>
              <a:rPr lang="en-GB" dirty="0"/>
              <a:t>Know how to draw logic circuits for</a:t>
            </a:r>
            <a:r>
              <a:rPr lang="vi-VN" dirty="0"/>
              <a:t> </a:t>
            </a:r>
            <a:r>
              <a:rPr lang="en-GB" dirty="0"/>
              <a:t>Boolean expressions</a:t>
            </a:r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E25D9D-698A-5873-96CA-12F64B0FB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19" y="1787781"/>
            <a:ext cx="417195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10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660</Words>
  <Application>Microsoft Office PowerPoint</Application>
  <PresentationFormat>Widescreen</PresentationFormat>
  <Paragraphs>165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ADLaM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Arran</dc:creator>
  <cp:lastModifiedBy>Arran</cp:lastModifiedBy>
  <cp:revision>4</cp:revision>
  <dcterms:created xsi:type="dcterms:W3CDTF">2026-08-03T14:40:13Z</dcterms:created>
  <dcterms:modified xsi:type="dcterms:W3CDTF">2026-08-03T16:30:40Z</dcterms:modified>
</cp:coreProperties>
</file>